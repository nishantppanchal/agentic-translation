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开场：本次培训面向参与UW-2291项目停电作业的全体人员，时长约45分钟。</a:t>
            </a:r>
          </a:p>
          <a:p>
            <a:r>
              <a:t>培训结束后进行闭卷考试，80分及格。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保电期间如遇紧急缺陷，须经运维单位和电网调度中心批准后方可处理。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“五防”是防止电气误操作的五项基本要求，由防误闭锁装置实现。</a:t>
            </a:r>
          </a:p>
          <a:p>
            <a:r>
              <a:t>严禁擅自解除防误闭锁装置。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“两票三制”是电力安全生产的基本制度，本项目所有停电作业均须严格执行。</a:t>
            </a:r>
          </a:p>
          <a:p>
            <a:r>
              <a:t>严禁擅自解除防误闭锁装置。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停电作业安全培训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北区变电站110 kV开关设备改造工程（UW-2291）</a:t>
            </a:r>
          </a:p>
          <a:p>
            <a:r>
              <a:t>严格执行两票三制，全面落实五防要求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作业前准备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20640" cy="4525963"/>
          </a:xfrm>
        </p:spPr>
        <p:txBody>
          <a:bodyPr/>
          <a:lstStyle/>
          <a:p>
            <a:r>
              <a:t>开工前召开班前会，交代工作任务、安全措施和危险点</a:t>
            </a:r>
          </a:p>
          <a:p>
            <a:r>
              <a:t>倒闸操作由运维单位人员执行，施工人员不得擅自操作</a:t>
            </a:r>
          </a:p>
          <a:p>
            <a:r>
              <a:t>110 kV设备不停电时的安全距离为1.5 m</a:t>
            </a:r>
          </a:p>
          <a:p>
            <a:r>
              <a:t>6月7日至6月10日为保电期，暂停一切计划停电作业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103120"/>
            <a:ext cx="2926080" cy="22512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什么是“五防”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防止误分、误合断路器</a:t>
            </a:r>
          </a:p>
          <a:p>
            <a:r>
              <a:t>防止带负荷拉、合隔离开关</a:t>
            </a:r>
          </a:p>
          <a:p>
            <a:r>
              <a:t>防止带电挂（合）接地线（接地刀闸）</a:t>
            </a:r>
          </a:p>
          <a:p>
            <a:r>
              <a:t>防止带接地线（接地刀闸）合断路器（隔离开关）</a:t>
            </a:r>
          </a:p>
          <a:p>
            <a:r>
              <a:t>防止误入带电间隔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什么是“两票三制”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91840"/>
          </a:xfrm>
        </p:spPr>
        <p:txBody>
          <a:bodyPr/>
          <a:lstStyle/>
          <a:p>
            <a:r>
              <a:t>两票：工作票、操作票</a:t>
            </a:r>
          </a:p>
          <a:p>
            <a:r>
              <a:t>三制：交接班制、巡回检查制、设备定期试验轮换制</a:t>
            </a:r>
          </a:p>
          <a:p>
            <a:r>
              <a:t>无票作业一律按违章处理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5257800"/>
            <a:ext cx="4206240" cy="566928"/>
          </a:xfrm>
          <a:prstGeom prst="rect">
            <a:avLst/>
          </a:prstGeom>
          <a:solidFill>
            <a:srgbClr val="FFF2CC"/>
          </a:solidFill>
          <a:ln>
            <a:solidFill>
              <a:srgbClr val="C00000"/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sz="2000" b="1">
                <a:solidFill>
                  <a:srgbClr val="C00000"/>
                </a:solidFill>
              </a:rPr>
              <a:t>安全第一、预防为主、综合治理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停电作业安全培训</dc:title>
  <dc:subject/>
  <dc:creator>张伟</dc:creator>
  <cp:keywords/>
  <dc:description>generated using python-pptx</dc:description>
  <cp:lastModifiedBy>张伟</cp:lastModifiedBy>
  <cp:revision>1</cp:revision>
  <dcterms:created xsi:type="dcterms:W3CDTF">2026-05-20T09:30:00Z</dcterms:created>
  <dcterms:modified xsi:type="dcterms:W3CDTF">2026-05-20T09:30:00Z</dcterms:modified>
  <cp:category/>
</cp:coreProperties>
</file>