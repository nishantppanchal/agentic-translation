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 und Ziel der Unterweisung erläutern.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fünf Sicherheitsregeln immer in dieser Reihenfolge anwenden.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Unterweisung Erdungsanlagen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Umspannwerk Nord – Betriebspersonal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Sicherheitsregeln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Freischalten nur durch die Netzleitstelle</a:t>
            </a:r>
          </a:p>
          <a:p>
            <a:r>
              <a:t>Gegen </a:t>
            </a:r>
            <a:r>
              <a:rPr b="1"/>
              <a:t>Wiedereinschalten</a:t>
            </a:r>
            <a:r>
              <a:t> sichern</a:t>
            </a:r>
          </a:p>
          <a:p>
            <a:r>
              <a:t>Spannungsfreiheit feststellen</a:t>
            </a:r>
          </a:p>
          <a:p>
            <a:r>
              <a:t>Erden und kurzschließen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Prüffristen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Erdungsanlage: alle 4 Jahre</a:t>
            </a:r>
          </a:p>
          <a:p>
            <a:r>
              <a:t>Kabelpritsche: bei jeder Begehung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